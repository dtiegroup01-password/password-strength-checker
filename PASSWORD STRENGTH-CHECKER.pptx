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78" r:id="rId5"/>
    <p:sldId id="292" r:id="rId6"/>
    <p:sldId id="280" r:id="rId7"/>
    <p:sldId id="281" r:id="rId8"/>
    <p:sldId id="282" r:id="rId9"/>
    <p:sldId id="284" r:id="rId10"/>
    <p:sldId id="285" r:id="rId11"/>
    <p:sldId id="283" r:id="rId12"/>
    <p:sldId id="286" r:id="rId13"/>
    <p:sldId id="287" r:id="rId14"/>
    <p:sldId id="288" r:id="rId15"/>
    <p:sldId id="289" r:id="rId16"/>
    <p:sldId id="290" r:id="rId17"/>
    <p:sldId id="291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F95C5-3EA3-40AB-ACA8-58DDBBB2A458}" v="5" dt="2026-09-02T04:16:41.43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a chowdary" userId="8b67612eab708b6e" providerId="LiveId" clId="{BA274A8C-BD02-4FF6-BD85-9F416A176F5B}"/>
    <pc:docChg chg="undo custSel modSld">
      <pc:chgData name="akshaya chowdary" userId="8b67612eab708b6e" providerId="LiveId" clId="{BA274A8C-BD02-4FF6-BD85-9F416A176F5B}" dt="2026-09-02T04:17:21.824" v="268" actId="478"/>
      <pc:docMkLst>
        <pc:docMk/>
      </pc:docMkLst>
      <pc:sldChg chg="addSp delSp modSp mod modTransition modAnim">
        <pc:chgData name="akshaya chowdary" userId="8b67612eab708b6e" providerId="LiveId" clId="{BA274A8C-BD02-4FF6-BD85-9F416A176F5B}" dt="2026-09-02T04:17:21.824" v="268" actId="478"/>
        <pc:sldMkLst>
          <pc:docMk/>
          <pc:sldMk cId="4167884232" sldId="278"/>
        </pc:sldMkLst>
        <pc:spChg chg="add del mod">
          <ac:chgData name="akshaya chowdary" userId="8b67612eab708b6e" providerId="LiveId" clId="{BA274A8C-BD02-4FF6-BD85-9F416A176F5B}" dt="2026-09-01T09:31:30.494" v="19"/>
          <ac:spMkLst>
            <pc:docMk/>
            <pc:sldMk cId="4167884232" sldId="278"/>
            <ac:spMk id="3" creationId="{DB93FB3F-A8D4-46D3-A1C6-C79C64563729}"/>
          </ac:spMkLst>
        </pc:spChg>
        <pc:spChg chg="add del mod">
          <ac:chgData name="akshaya chowdary" userId="8b67612eab708b6e" providerId="LiveId" clId="{BA274A8C-BD02-4FF6-BD85-9F416A176F5B}" dt="2026-09-01T09:31:28.488" v="16" actId="478"/>
          <ac:spMkLst>
            <pc:docMk/>
            <pc:sldMk cId="4167884232" sldId="278"/>
            <ac:spMk id="10" creationId="{52ED473D-F6E2-35EB-7DB1-6492FF18063E}"/>
          </ac:spMkLst>
        </pc:spChg>
        <pc:graphicFrameChg chg="add del mod modGraphic">
          <ac:chgData name="akshaya chowdary" userId="8b67612eab708b6e" providerId="LiveId" clId="{BA274A8C-BD02-4FF6-BD85-9F416A176F5B}" dt="2026-09-02T04:17:21.824" v="268" actId="478"/>
          <ac:graphicFrameMkLst>
            <pc:docMk/>
            <pc:sldMk cId="4167884232" sldId="278"/>
            <ac:graphicFrameMk id="4" creationId="{503BEDB4-DE6E-0856-96AF-944E04E2D9F6}"/>
          </ac:graphicFrameMkLst>
        </pc:graphicFrameChg>
        <pc:picChg chg="add del">
          <ac:chgData name="akshaya chowdary" userId="8b67612eab708b6e" providerId="LiveId" clId="{BA274A8C-BD02-4FF6-BD85-9F416A176F5B}" dt="2026-09-01T09:30:17.704" v="3" actId="22"/>
          <ac:picMkLst>
            <pc:docMk/>
            <pc:sldMk cId="4167884232" sldId="278"/>
            <ac:picMk id="6" creationId="{137AC89C-C47B-953A-C4C5-31CE226F282A}"/>
          </ac:picMkLst>
        </pc:picChg>
        <pc:picChg chg="add mod">
          <ac:chgData name="akshaya chowdary" userId="8b67612eab708b6e" providerId="LiveId" clId="{BA274A8C-BD02-4FF6-BD85-9F416A176F5B}" dt="2026-09-01T13:07:19.650" v="21"/>
          <ac:picMkLst>
            <pc:docMk/>
            <pc:sldMk cId="4167884232" sldId="278"/>
            <ac:picMk id="7" creationId="{6A220167-4F3C-7E8B-A1BD-06BFAA385D0C}"/>
          </ac:picMkLst>
        </pc:picChg>
        <pc:picChg chg="add del">
          <ac:chgData name="akshaya chowdary" userId="8b67612eab708b6e" providerId="LiveId" clId="{BA274A8C-BD02-4FF6-BD85-9F416A176F5B}" dt="2026-09-01T09:30:40.410" v="6" actId="22"/>
          <ac:picMkLst>
            <pc:docMk/>
            <pc:sldMk cId="4167884232" sldId="278"/>
            <ac:picMk id="8" creationId="{5A14BF43-D853-CC98-720A-D7C7D7B0782A}"/>
          </ac:picMkLst>
        </pc:picChg>
      </pc:sldChg>
      <pc:sldChg chg="modSp mod">
        <pc:chgData name="akshaya chowdary" userId="8b67612eab708b6e" providerId="LiveId" clId="{BA274A8C-BD02-4FF6-BD85-9F416A176F5B}" dt="2026-09-01T09:29:48.404" v="1" actId="14734"/>
        <pc:sldMkLst>
          <pc:docMk/>
          <pc:sldMk cId="2772240770" sldId="292"/>
        </pc:sldMkLst>
        <pc:graphicFrameChg chg="modGraphic">
          <ac:chgData name="akshaya chowdary" userId="8b67612eab708b6e" providerId="LiveId" clId="{BA274A8C-BD02-4FF6-BD85-9F416A176F5B}" dt="2026-09-01T09:29:48.404" v="1" actId="14734"/>
          <ac:graphicFrameMkLst>
            <pc:docMk/>
            <pc:sldMk cId="2772240770" sldId="292"/>
            <ac:graphicFrameMk id="7" creationId="{70BDCF87-BBB1-5192-090B-6BC662A5E39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/>
              <a:t>PASSWORD STRENGTH-CHECKER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Blockchain and Cyber-Security</a:t>
            </a:r>
          </a:p>
          <a:p>
            <a:pPr algn="l"/>
            <a:endParaRPr lang="en-US" dirty="0"/>
          </a:p>
          <a:p>
            <a:pPr algn="l"/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8F6C-A336-8600-D525-7BF5337D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PASSWORD STRENGTH-CHECKER: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BDCF87-BBB1-5192-090B-6BC662A5E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010732"/>
              </p:ext>
            </p:extLst>
          </p:nvPr>
        </p:nvGraphicFramePr>
        <p:xfrm>
          <a:off x="1081548" y="2076448"/>
          <a:ext cx="10323871" cy="35476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78361">
                  <a:extLst>
                    <a:ext uri="{9D8B030D-6E8A-4147-A177-3AD203B41FA5}">
                      <a16:colId xmlns:a16="http://schemas.microsoft.com/office/drawing/2014/main" val="3893500134"/>
                    </a:ext>
                  </a:extLst>
                </a:gridCol>
                <a:gridCol w="5245510">
                  <a:extLst>
                    <a:ext uri="{9D8B030D-6E8A-4147-A177-3AD203B41FA5}">
                      <a16:colId xmlns:a16="http://schemas.microsoft.com/office/drawing/2014/main" val="1381908650"/>
                    </a:ext>
                  </a:extLst>
                </a:gridCol>
              </a:tblGrid>
              <a:tr h="507794">
                <a:tc>
                  <a:txBody>
                    <a:bodyPr/>
                    <a:lstStyle/>
                    <a:p>
                      <a:r>
                        <a:rPr lang="en-IN" dirty="0"/>
                        <a:t>Presented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Under the Supervision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521429"/>
                  </a:ext>
                </a:extLst>
              </a:tr>
              <a:tr h="507794">
                <a:tc>
                  <a:txBody>
                    <a:bodyPr/>
                    <a:lstStyle/>
                    <a:p>
                      <a:r>
                        <a:rPr lang="en-IN" dirty="0"/>
                        <a:t>GroupNo:1A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Dr.G.Sudhakar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01137"/>
                  </a:ext>
                </a:extLst>
              </a:tr>
              <a:tr h="507794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   1. </a:t>
                      </a:r>
                      <a:r>
                        <a:rPr lang="en-IN" dirty="0" err="1"/>
                        <a:t>S.Veena</a:t>
                      </a:r>
                      <a:r>
                        <a:rPr lang="en-IN" dirty="0"/>
                        <a:t> Akshaya - 2620090069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Assoc.Professor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43820"/>
                  </a:ext>
                </a:extLst>
              </a:tr>
              <a:tr h="500838">
                <a:tc>
                  <a:txBody>
                    <a:bodyPr/>
                    <a:lstStyle/>
                    <a:p>
                      <a:r>
                        <a:rPr lang="en-IN" dirty="0"/>
                        <a:t>2. A.Sowgandhica-2620080045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Dept-CSE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885671"/>
                  </a:ext>
                </a:extLst>
              </a:tr>
              <a:tr h="507794">
                <a:tc>
                  <a:txBody>
                    <a:bodyPr/>
                    <a:lstStyle/>
                    <a:p>
                      <a:r>
                        <a:rPr lang="en-IN" dirty="0"/>
                        <a:t>3. </a:t>
                      </a:r>
                      <a:r>
                        <a:rPr lang="en-IN" dirty="0" err="1"/>
                        <a:t>K.V.N.Brundha</a:t>
                      </a:r>
                      <a:r>
                        <a:rPr lang="en-IN" dirty="0"/>
                        <a:t> Geethika-2620080031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Subject: DTIE-Projects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90870"/>
                  </a:ext>
                </a:extLst>
              </a:tr>
              <a:tr h="507794">
                <a:tc>
                  <a:txBody>
                    <a:bodyPr/>
                    <a:lstStyle/>
                    <a:p>
                      <a:r>
                        <a:rPr lang="en-IN" dirty="0"/>
                        <a:t>4. Lahiri-2620030399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103628"/>
                  </a:ext>
                </a:extLst>
              </a:tr>
              <a:tr h="5077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56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24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54C8-87C7-74F0-D88A-5D3C135B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7652"/>
            <a:ext cx="10353762" cy="1366684"/>
          </a:xfrm>
        </p:spPr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6FF0B-3A67-3DB2-1DF3-AC619DD9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828800"/>
            <a:ext cx="10766112" cy="394273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/>
              <a:t>What is cybersecurity?</a:t>
            </a:r>
          </a:p>
          <a:p>
            <a:r>
              <a:rPr lang="en-IN"/>
              <a:t>The practice of protecting digital systems, networks, and data from cyber threats and unauthorized access.</a:t>
            </a:r>
          </a:p>
          <a:p>
            <a:r>
              <a:rPr lang="en-IN" b="1"/>
              <a:t>The three main goals of cybersecurity</a:t>
            </a:r>
          </a:p>
          <a:p>
            <a:pPr lvl="0"/>
            <a:r>
              <a:rPr lang="en-IN" b="1"/>
              <a:t>Confidentiality</a:t>
            </a:r>
            <a:r>
              <a:rPr lang="en-IN"/>
              <a:t>: Ensures that only authorized people can access sensitive information. </a:t>
            </a:r>
          </a:p>
          <a:p>
            <a:pPr lvl="0"/>
            <a:r>
              <a:rPr lang="en-IN" b="1"/>
              <a:t>Integrity</a:t>
            </a:r>
            <a:r>
              <a:rPr lang="en-IN"/>
              <a:t>: Protects data from being altered or tampered with. </a:t>
            </a:r>
          </a:p>
          <a:p>
            <a:pPr lvl="0"/>
            <a:r>
              <a:rPr lang="en-IN" b="1"/>
              <a:t>Availability</a:t>
            </a:r>
            <a:r>
              <a:rPr lang="en-IN"/>
              <a:t>: Makes sure systems and data are accessible when needed.</a:t>
            </a:r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99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C802-6D91-3638-7E8A-040725AC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19432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IN"/>
              <a:t>Why protecting digital information is important?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7ED2B-0FAD-483E-9FFB-14A41CBD7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1509" y="2371725"/>
            <a:ext cx="4552335" cy="3714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7CB5F1-7686-5B9E-12B9-4B232853F465}"/>
              </a:ext>
            </a:extLst>
          </p:cNvPr>
          <p:cNvSpPr txBox="1"/>
          <p:nvPr/>
        </p:nvSpPr>
        <p:spPr>
          <a:xfrm>
            <a:off x="432620" y="2025445"/>
            <a:ext cx="65286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/>
              <a:t>“Protecting digital information is important because it keeps personal data safe, prevents unauthorized access, and reduces the risk of cyberattacks and data loss.”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/>
              <a:t> </a:t>
            </a:r>
            <a:r>
              <a:rPr lang="en-IN" sz="2000" b="1"/>
              <a:t>Protects personal data</a:t>
            </a:r>
            <a:r>
              <a:rPr lang="en-IN" sz="2000"/>
              <a:t> – passwords, photos, and important files.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/>
              <a:t> </a:t>
            </a:r>
            <a:r>
              <a:rPr lang="en-IN" sz="2000" b="1"/>
              <a:t>Prevents financial loss</a:t>
            </a:r>
            <a:r>
              <a:rPr lang="en-IN" sz="2000"/>
              <a:t> – protects bank and payment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/>
              <a:t> </a:t>
            </a:r>
            <a:r>
              <a:rPr lang="en-IN" sz="2000" b="1"/>
              <a:t>Prevents cyberattacks</a:t>
            </a:r>
            <a:r>
              <a:rPr lang="en-IN" sz="2000"/>
              <a:t> – reduces the risk of hacking, malware, and phishing.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/>
              <a:t> </a:t>
            </a:r>
            <a:r>
              <a:rPr lang="en-IN" sz="2000" b="1"/>
              <a:t>Maintains privacy</a:t>
            </a:r>
            <a:r>
              <a:rPr lang="en-IN" sz="2000"/>
              <a:t> – keeps sensitive information confidential.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/>
              <a:t> </a:t>
            </a:r>
            <a:r>
              <a:rPr lang="en-IN" sz="2000" b="1"/>
              <a:t>Maintains data integrity</a:t>
            </a:r>
            <a:r>
              <a:rPr lang="en-IN" sz="2000"/>
              <a:t> – prevents unauthorized changes to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59536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EA5B-1E2A-1B06-F70C-1D58A0D9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Common Security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3916-F36D-9D6B-0F21-ADC3D7B76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Weak passwords and data theft.</a:t>
            </a:r>
          </a:p>
          <a:p>
            <a:r>
              <a:rPr lang="en-IN"/>
              <a:t>Fake messages or websites that steal information.</a:t>
            </a:r>
          </a:p>
          <a:p>
            <a:r>
              <a:rPr lang="en-IN"/>
              <a:t>Easy-to-guess passwords can be hacked.</a:t>
            </a:r>
          </a:p>
          <a:p>
            <a:r>
              <a:rPr lang="en-IN"/>
              <a:t>Unauthorized stealing of personal or business information.</a:t>
            </a:r>
          </a:p>
          <a:p>
            <a:r>
              <a:rPr lang="en-IN"/>
              <a:t>Unauthorized access to systems or accounts.</a:t>
            </a:r>
          </a:p>
          <a:p>
            <a:r>
              <a:rPr lang="en-IN"/>
              <a:t>Unsafe Wi-Fi or networks can expose data.</a:t>
            </a:r>
          </a:p>
          <a:p>
            <a:r>
              <a:rPr lang="en-IN"/>
              <a:t>Security weaknesses in outdated software.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53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9980-9266-1980-608E-871E716D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4EE8-24A2-6F26-C1D1-53C39B3C9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Blockchain is a digital technology that stores information in a secure, shared, and tamper-resistant chain of blocks.</a:t>
            </a:r>
          </a:p>
          <a:p>
            <a:r>
              <a:rPr lang="en-IN" b="1"/>
              <a:t>example:</a:t>
            </a:r>
          </a:p>
          <a:p>
            <a:r>
              <a:rPr lang="en-IN"/>
              <a:t>Imagine a </a:t>
            </a:r>
            <a:r>
              <a:rPr lang="en-IN" b="1"/>
              <a:t>digital notebook</a:t>
            </a:r>
            <a:r>
              <a:rPr lang="en-IN"/>
              <a:t> shared among many computers.</a:t>
            </a:r>
          </a:p>
          <a:p>
            <a:pPr lvl="0"/>
            <a:r>
              <a:rPr lang="en-IN"/>
              <a:t> Information is stored in </a:t>
            </a:r>
            <a:r>
              <a:rPr lang="en-IN" b="1"/>
              <a:t>blocks</a:t>
            </a:r>
            <a:r>
              <a:rPr lang="en-IN"/>
              <a:t>. </a:t>
            </a:r>
          </a:p>
          <a:p>
            <a:pPr lvl="0"/>
            <a:r>
              <a:rPr lang="en-IN"/>
              <a:t>Each block is connected to the previous block. </a:t>
            </a:r>
          </a:p>
          <a:p>
            <a:pPr lvl="0"/>
            <a:r>
              <a:rPr lang="en-IN"/>
              <a:t> Cryptography helps protect the information. </a:t>
            </a:r>
          </a:p>
          <a:p>
            <a:pPr lvl="0"/>
            <a:r>
              <a:rPr lang="en-IN"/>
              <a:t> Multiple computers maintain copies of the record. </a:t>
            </a:r>
          </a:p>
          <a:p>
            <a:pPr lvl="0"/>
            <a:r>
              <a:rPr lang="en-IN"/>
              <a:t>Changing an old record is difficult because it would affect the connected chain.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2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607F-F09A-B8B7-0CD9-14019174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Role of blockchain in cybersecurity: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049F-E29A-7E65-2484-9CCAD3F61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/>
              <a:t> </a:t>
            </a:r>
            <a:r>
              <a:rPr lang="en-IN" b="1"/>
              <a:t>Data Integrity</a:t>
            </a:r>
            <a:r>
              <a:rPr lang="en-IN"/>
              <a:t> – Helps detect unauthorized changes to data. </a:t>
            </a:r>
          </a:p>
          <a:p>
            <a:pPr lvl="0"/>
            <a:r>
              <a:rPr lang="en-IN"/>
              <a:t> </a:t>
            </a:r>
            <a:r>
              <a:rPr lang="en-IN" b="1"/>
              <a:t>Tamper Resistance</a:t>
            </a:r>
            <a:r>
              <a:rPr lang="en-IN"/>
              <a:t> – Records are difficult to alter once added. </a:t>
            </a:r>
          </a:p>
          <a:p>
            <a:pPr lvl="0"/>
            <a:r>
              <a:rPr lang="en-IN"/>
              <a:t> </a:t>
            </a:r>
            <a:r>
              <a:rPr lang="en-IN" b="1"/>
              <a:t>Secure Identity</a:t>
            </a:r>
            <a:r>
              <a:rPr lang="en-IN"/>
              <a:t> – Can support secure digital identity verification. </a:t>
            </a:r>
          </a:p>
          <a:p>
            <a:pPr lvl="0"/>
            <a:r>
              <a:rPr lang="en-IN"/>
              <a:t> </a:t>
            </a:r>
            <a:r>
              <a:rPr lang="en-IN" b="1"/>
              <a:t>Authentication</a:t>
            </a:r>
            <a:r>
              <a:rPr lang="en-IN"/>
              <a:t> – Can help verify users, devices, or transactions. </a:t>
            </a:r>
          </a:p>
          <a:p>
            <a:pPr lvl="0"/>
            <a:r>
              <a:rPr lang="en-IN"/>
              <a:t> </a:t>
            </a:r>
            <a:r>
              <a:rPr lang="en-IN" b="1"/>
              <a:t>Transparent Records</a:t>
            </a:r>
            <a:r>
              <a:rPr lang="en-IN"/>
              <a:t> – Creates a traceable history of transactions. </a:t>
            </a:r>
          </a:p>
          <a:p>
            <a:pPr lvl="0"/>
            <a:r>
              <a:rPr lang="en-IN"/>
              <a:t> </a:t>
            </a:r>
            <a:r>
              <a:rPr lang="en-IN" b="1"/>
              <a:t>Decentralization</a:t>
            </a:r>
            <a:r>
              <a:rPr lang="en-IN"/>
              <a:t> – Reduces dependence on a single central system. </a:t>
            </a:r>
          </a:p>
          <a:p>
            <a:pPr lvl="0"/>
            <a:r>
              <a:rPr lang="en-IN"/>
              <a:t> </a:t>
            </a:r>
            <a:r>
              <a:rPr lang="en-IN" b="1"/>
              <a:t>Fraud Detection</a:t>
            </a:r>
            <a:r>
              <a:rPr lang="en-IN"/>
              <a:t> – Helps identify suspicious changes or activities.</a:t>
            </a:r>
          </a:p>
        </p:txBody>
      </p:sp>
    </p:spTree>
    <p:extLst>
      <p:ext uri="{BB962C8B-B14F-4D97-AF65-F5344CB8AC3E}">
        <p14:creationId xmlns:p14="http://schemas.microsoft.com/office/powerpoint/2010/main" val="410945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DF9A-5B91-9DDE-F934-540034CD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Our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9710-74C0-742B-3EE8-E296BEEDC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A password strength checker.</a:t>
            </a:r>
          </a:p>
          <a:p>
            <a:r>
              <a:rPr lang="en-IN"/>
              <a:t>Checks passwords characteristics.</a:t>
            </a:r>
          </a:p>
          <a:p>
            <a:r>
              <a:rPr lang="en-IN"/>
              <a:t>Classifies password as weak/medium/strong.</a:t>
            </a:r>
          </a:p>
          <a:p>
            <a:r>
              <a:rPr lang="en-IN"/>
              <a:t>Gives suggestions for improving password security.</a:t>
            </a:r>
          </a:p>
          <a:p>
            <a:r>
              <a:rPr lang="en-IN"/>
              <a:t>Detect Common Passwords.</a:t>
            </a:r>
          </a:p>
          <a:p>
            <a:r>
              <a:rPr lang="en-IN"/>
              <a:t>Detect Repeated Characters</a:t>
            </a:r>
          </a:p>
          <a:p>
            <a:r>
              <a:rPr lang="en-IN"/>
              <a:t>Detect Simple Patterns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74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EA23-C8CF-274E-C09D-3239733D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How our project helps: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5D1F-C5AC-4474-312F-AD6E3E4D0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b="1"/>
              <a:t>User → Enter Password → Password Checker → Strength Analysis → Security Result</a:t>
            </a:r>
            <a:endParaRPr lang="en-IN"/>
          </a:p>
          <a:p>
            <a:pPr lvl="0"/>
            <a:r>
              <a:rPr lang="en-IN"/>
              <a:t>We can also explain where blockchain could be incorporated—for example, storing </a:t>
            </a:r>
            <a:r>
              <a:rPr lang="en-IN" b="1"/>
              <a:t>verification records or hashes</a:t>
            </a:r>
            <a:r>
              <a:rPr lang="en-IN"/>
              <a:t>, rather than storing actual passwords.</a:t>
            </a:r>
          </a:p>
          <a:p>
            <a:r>
              <a:rPr lang="en-IN" b="1"/>
              <a:t>password Strength Rules:</a:t>
            </a:r>
            <a:endParaRPr lang="en-IN"/>
          </a:p>
          <a:p>
            <a:pPr lvl="0"/>
            <a:r>
              <a:rPr lang="en-IN"/>
              <a:t>Minimum length .</a:t>
            </a:r>
          </a:p>
          <a:p>
            <a:pPr lvl="0"/>
            <a:r>
              <a:rPr lang="en-IN"/>
              <a:t>Uppercase letters. </a:t>
            </a:r>
          </a:p>
          <a:p>
            <a:pPr lvl="0"/>
            <a:r>
              <a:rPr lang="en-IN"/>
              <a:t>Lowercase Letters. </a:t>
            </a:r>
          </a:p>
          <a:p>
            <a:pPr lvl="0"/>
            <a:r>
              <a:rPr lang="en-IN"/>
              <a:t>Numbers .</a:t>
            </a:r>
          </a:p>
          <a:p>
            <a:pPr lvl="0"/>
            <a:r>
              <a:rPr lang="en-IN"/>
              <a:t>Special characters.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96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1054-98AC-99B7-0452-E16893EC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Technology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54E6-3199-948D-E7F5-6250E25CB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/>
              <a:t>Java / Python / HTML-CSS-JavaScript.</a:t>
            </a:r>
          </a:p>
          <a:p>
            <a:pPr lvl="1"/>
            <a:r>
              <a:rPr lang="en-IN"/>
              <a:t>Cryptographic hashing </a:t>
            </a:r>
          </a:p>
          <a:p>
            <a:pPr lvl="1"/>
            <a:r>
              <a:rPr lang="en-IN"/>
              <a:t>Blockchain concepts </a:t>
            </a:r>
          </a:p>
          <a:p>
            <a:pPr lvl="1"/>
            <a:r>
              <a:rPr lang="en-IN"/>
              <a:t>Basic cybersecurity principles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1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3D87-74AB-10E3-808C-5A92FF80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F093-AAA0-8075-992E-BCB20360A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Easy to use </a:t>
            </a:r>
          </a:p>
          <a:p>
            <a:pPr lvl="0"/>
            <a:r>
              <a:rPr lang="en-IN"/>
              <a:t>Helps users create stronger passwords </a:t>
            </a:r>
          </a:p>
          <a:p>
            <a:pPr lvl="0"/>
            <a:r>
              <a:rPr lang="en-IN"/>
              <a:t>Demonstrates cybersecurity concepts </a:t>
            </a:r>
          </a:p>
          <a:p>
            <a:pPr lvl="0"/>
            <a:r>
              <a:rPr lang="en-IN"/>
              <a:t>Introduces blockchain technology </a:t>
            </a:r>
          </a:p>
          <a:p>
            <a:pPr lvl="0"/>
            <a:r>
              <a:rPr lang="en-IN"/>
              <a:t>Suitable for beginners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B7ED-5871-9747-BDC5-5D06B7DE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Limitations: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451A-D091-3A45-05B3-052FD890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A strength checker cannot guarantee complete security </a:t>
            </a:r>
          </a:p>
          <a:p>
            <a:pPr lvl="0"/>
            <a:r>
              <a:rPr lang="en-IN"/>
              <a:t>Password security also depends on how passwords are stored and used </a:t>
            </a:r>
          </a:p>
          <a:p>
            <a:pPr lvl="0"/>
            <a:r>
              <a:rPr lang="en-IN"/>
              <a:t>A real-world system requires additional security measures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12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728B-134F-8923-087B-3BD443E7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8CA78-3CAA-3EEA-F6CD-4F88C441F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Secure digital identity </a:t>
            </a:r>
          </a:p>
          <a:p>
            <a:pPr lvl="0"/>
            <a:r>
              <a:rPr lang="en-IN"/>
              <a:t>Blockchain-based authentication </a:t>
            </a:r>
          </a:p>
          <a:p>
            <a:pPr lvl="0"/>
            <a:r>
              <a:rPr lang="en-IN"/>
              <a:t>Multi-factor authentication </a:t>
            </a:r>
          </a:p>
          <a:p>
            <a:pPr lvl="0"/>
            <a:r>
              <a:rPr lang="en-IN"/>
              <a:t>Password breach detection </a:t>
            </a:r>
          </a:p>
          <a:p>
            <a:pPr lvl="0"/>
            <a:r>
              <a:rPr lang="en-IN"/>
              <a:t>Decentralized identity systems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9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CA86-743E-4E18-8767-B6EEED77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F495-643D-05CE-7277-7356160D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Password security is an important part of cybersecurity </a:t>
            </a:r>
          </a:p>
          <a:p>
            <a:pPr lvl="0"/>
            <a:r>
              <a:rPr lang="en-IN"/>
              <a:t>Blockchain can provide additional integrity and trust mechanisms </a:t>
            </a:r>
          </a:p>
          <a:p>
            <a:pPr lvl="0"/>
            <a:r>
              <a:rPr lang="en-IN"/>
              <a:t>The project demonstrates how these technologies can work together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43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-9822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229" y="761999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/>
              <a:t>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65F74-192F-6694-3B7F-648B6F5EF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7052451" y="597409"/>
            <a:ext cx="4403725" cy="293581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92678A-0041-61CB-AD20-5DE6D7EAD60B}"/>
              </a:ext>
            </a:extLst>
          </p:cNvPr>
          <p:cNvSpPr txBox="1"/>
          <p:nvPr/>
        </p:nvSpPr>
        <p:spPr>
          <a:xfrm>
            <a:off x="8369750" y="5911335"/>
            <a:ext cx="399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THANK  YOU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A7378-02FF-70D9-EB6D-7AC0DFF3A244}"/>
              </a:ext>
            </a:extLst>
          </p:cNvPr>
          <p:cNvSpPr txBox="1"/>
          <p:nvPr/>
        </p:nvSpPr>
        <p:spPr>
          <a:xfrm>
            <a:off x="7207046" y="5334001"/>
            <a:ext cx="5338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PASSWORD STRENGTH CHECKER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{3AC46B51-9DD9-4C4D-A9D8-8D96FE018E88}TFe742eee6-54b3-45e8-a03d-f3d997f9b6caf6c338c2_win32-3734725ae7e2</Template>
  <TotalTime>9</TotalTime>
  <Words>642</Words>
  <Application>Microsoft Office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Goudy Old Style</vt:lpstr>
      <vt:lpstr>Wingdings 2</vt:lpstr>
      <vt:lpstr>SlateVTI</vt:lpstr>
      <vt:lpstr>PASSWORD STRENGTH-CHECKER</vt:lpstr>
      <vt:lpstr>PASSWORD STRENGTH-CHECKER:</vt:lpstr>
      <vt:lpstr>Introduction</vt:lpstr>
      <vt:lpstr>Why protecting digital information is important?</vt:lpstr>
      <vt:lpstr>Common Security problems</vt:lpstr>
      <vt:lpstr>What is blockchain?</vt:lpstr>
      <vt:lpstr>Role of blockchain in cybersecurity:</vt:lpstr>
      <vt:lpstr>Our Solution:</vt:lpstr>
      <vt:lpstr>How our project helps:</vt:lpstr>
      <vt:lpstr>Technology Used:</vt:lpstr>
      <vt:lpstr>Advantages:</vt:lpstr>
      <vt:lpstr>Limitations:</vt:lpstr>
      <vt:lpstr>Future Scope:</vt:lpstr>
      <vt:lpstr>Conclusion: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STRENGTH-CHECKER</dc:title>
  <dc:creator>akshaya chowdary</dc:creator>
  <cp:lastModifiedBy>akshaya chowdary</cp:lastModifiedBy>
  <cp:revision>2</cp:revision>
  <dcterms:created xsi:type="dcterms:W3CDTF">2026-08-13T08:42:59Z</dcterms:created>
  <dcterms:modified xsi:type="dcterms:W3CDTF">2026-09-02T04:17:23Z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